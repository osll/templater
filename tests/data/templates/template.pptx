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94E599-EDE2-FAC2-DAE8-3874F0AFA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3EB3180-15BC-FDB1-AAFF-7ABF5D3EC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B86822-734B-D4C9-82AF-FB64F950C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16DF1-B0AD-449D-864E-2ED649CF6E6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11E255-412C-4180-0F32-D1699A2F4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A9A196-18A5-132F-3CB1-6292EC9F1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36E30-32CF-48EE-9E16-8DCB5986E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162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6BBC14-F692-A0C9-1AE4-3029D528E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749793-AA91-F0C5-DC69-8EEE11F22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82B007-7F7D-6DE1-DA52-51DEE8C9F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16DF1-B0AD-449D-864E-2ED649CF6E6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1E7E6B-FF95-4D10-373B-249BBAF76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54C35D-4A82-1563-94BD-8B6D9BDA4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36E30-32CF-48EE-9E16-8DCB5986E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070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B649CC-40B8-BA94-0E01-47829C434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97FD4F-798C-61EB-1512-2E0FDA2A7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6E9FA3-58C2-55D5-0EAD-3728D97D1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16DF1-B0AD-449D-864E-2ED649CF6E6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5922DB-88EA-A25B-A0EB-CA09F2CF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FA71E6-024E-BEBA-B7F9-808BE188A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36E30-32CF-48EE-9E16-8DCB5986E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489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4C9EA7-5C9D-0349-A4BF-6E17EB932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F212C1-4067-CE86-EFD4-5E56F9092D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91B8C78-D92F-CBC9-DB09-8BA88CF37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F04EE65-042B-CE30-59EC-3E18A6B4B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16DF1-B0AD-449D-864E-2ED649CF6E6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D46D11-FFF2-D2D8-490A-8B321739D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80A6853-E17C-3884-18CB-C38246213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36E30-32CF-48EE-9E16-8DCB5986E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452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1CB78C-BC02-6AB3-2D52-CA0DD9B03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FFF1CA-DAD5-08D5-139F-29C284E31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DF4AA61-4BA6-3891-5AFE-ADD3EBDF7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85E5B75-D0D6-DA37-DE65-260BCA8C87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8D9C4B2-521B-61B7-1047-B5F69AC8F6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9C1FC51-A531-3324-0105-28127EC4F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16DF1-B0AD-449D-864E-2ED649CF6E6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B360FB4-8033-207D-F7AC-48058F69A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2633F75-17B8-2EC5-1B8B-825BD9824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36E30-32CF-48EE-9E16-8DCB5986E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00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3EF805-290F-1BDC-8AFB-C972F1B06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B1E1DA9-F103-2E31-418F-BC4B8736C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16DF1-B0AD-449D-864E-2ED649CF6E6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C9A082B-0978-92CB-625A-887433C96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64637E7-AD7A-5E46-AF70-458A7A756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36E30-32CF-48EE-9E16-8DCB5986E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5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8135892-B3C6-B70B-F6E0-F650108EF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16DF1-B0AD-449D-864E-2ED649CF6E6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260EC74-12AE-9E77-B4B3-FD3DB30A3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536E04-9AEC-E279-6547-42A854A56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36E30-32CF-48EE-9E16-8DCB5986E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065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D23DF0-7109-E65B-F4D2-33AA35DD4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552975-07A1-0B08-0548-369FC3708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36AB96-BA20-BF30-434F-B134677037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A7491B-A9F2-E9A8-4B9E-299411455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16DF1-B0AD-449D-864E-2ED649CF6E6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767C3C-2CA0-1013-1F4E-73B0AFBA3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CD38DB-4099-0693-1753-83401170B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36E30-32CF-48EE-9E16-8DCB5986E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80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5C4B99-72EB-2111-A803-68FBB67A0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9C35138-E80C-3CE6-D85C-18C0E55EA7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870DB91-4F40-D92C-0CC0-2808B58E8F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F137DE-A737-CB27-3763-47B47442A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16DF1-B0AD-449D-864E-2ED649CF6E6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22A8FF2-2BFD-84C2-885C-1A33FE7A9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64A62FF-F442-6778-EDCF-5D71EF203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36E30-32CF-48EE-9E16-8DCB5986E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375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356B7-88A0-4A78-71E8-C56B69404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DF67A98-055E-E4C4-9831-D7CDCA3058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27383A-D43C-6EAA-5779-2BCE59310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16DF1-B0AD-449D-864E-2ED649CF6E6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0ED031-3752-D9D8-0477-8ED7F4EB2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DFC5DE-F900-D2ED-36E5-8DD49C1A0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36E30-32CF-48EE-9E16-8DCB5986E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03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67D2F21-75C7-8F74-42D0-AE734EBFCA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CC64156-2097-483B-A1CA-B5D186DA44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C44FB5-6DD9-B8BD-AB57-13DCBD791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16DF1-B0AD-449D-864E-2ED649CF6E6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E1EBE3-63BE-CB94-6CEF-6188BC38B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67955B-CE0F-BFFF-706F-DE470411B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36E30-32CF-48EE-9E16-8DCB5986E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31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CB03FF-230B-E86F-1CA9-8E0518946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858037-7C8D-8695-7563-FC75165DE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CF4D40-B03A-6612-D6F3-20B1859BBF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616DF1-B0AD-449D-864E-2ED649CF6E6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1F0316-A55B-6015-D917-1D8EA5F243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05F56E-5553-CDDE-5BFF-621BF62B2C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A36E30-32CF-48EE-9E16-8DCB5986E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28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FB1495-7F31-5343-BCE1-B97DF1F49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5152" y="1041400"/>
            <a:ext cx="10521696" cy="2387600"/>
          </a:xfrm>
        </p:spPr>
        <p:txBody>
          <a:bodyPr>
            <a:normAutofit/>
          </a:bodyPr>
          <a:lstStyle/>
          <a:p>
            <a:r>
              <a:rPr lang="en-US" dirty="0"/>
              <a:t>Hi, {{ </a:t>
            </a:r>
            <a:r>
              <a:rPr lang="en-US" dirty="0" err="1"/>
              <a:t>first_name</a:t>
            </a:r>
            <a:r>
              <a:rPr lang="en-US" dirty="0"/>
              <a:t> }} {{ </a:t>
            </a:r>
            <a:r>
              <a:rPr lang="en-US" dirty="0" err="1"/>
              <a:t>last_name</a:t>
            </a:r>
            <a:r>
              <a:rPr lang="en-US" dirty="0"/>
              <a:t> }}!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4EA9F6-9302-04FD-43F1-79EDD9B123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I’m writing to you.</a:t>
            </a:r>
          </a:p>
        </p:txBody>
      </p:sp>
    </p:spTree>
    <p:extLst>
      <p:ext uri="{BB962C8B-B14F-4D97-AF65-F5344CB8AC3E}">
        <p14:creationId xmlns:p14="http://schemas.microsoft.com/office/powerpoint/2010/main" val="3217993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</Words>
  <Application>Microsoft Office PowerPoint</Application>
  <PresentationFormat>Широкоэкранный</PresentationFormat>
  <Paragraphs>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Тема Office</vt:lpstr>
      <vt:lpstr>Hi, {{ first_name }} {{ last_name }}!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Dmitriy</dc:creator>
  <cp:lastModifiedBy>Dmitriy</cp:lastModifiedBy>
  <cp:revision>2</cp:revision>
  <dcterms:created xsi:type="dcterms:W3CDTF">2026-05-05T14:11:26Z</dcterms:created>
  <dcterms:modified xsi:type="dcterms:W3CDTF">2026-05-05T14:13:02Z</dcterms:modified>
</cp:coreProperties>
</file>